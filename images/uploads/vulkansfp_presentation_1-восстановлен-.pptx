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68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Vulkan-SFP module — программа для защищённой обработки каротажных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LAS — текстовый файл, его легко изменить. Три типовых сценария подмены.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Решение: закрытый канал. Данные идут от прибора к заказчику без возможности вмешательства.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слайд. Программа определяет состояние файла и отклоняет всё, кроме свежих записей.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Выгоды для заказчика: достоверность, прозрачность, скорость, порядок.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Совместимость: любой регистратор, выдающий LAS. Семь форматов SFP на выходе.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ключевых возможностей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шага: съёмка, обнаружение, конвертация, отправка. Всё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подлинность записи гарантирована технически, а не обещаниями.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Контакты для связи.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0"/>
            <a:ext cx="0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548640"/>
            <a:ext cx="274320" cy="45720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005840"/>
            <a:ext cx="0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54480"/>
            <a:ext cx="246888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103120"/>
            <a:ext cx="210312" cy="45720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560320"/>
            <a:ext cx="0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108960"/>
            <a:ext cx="256032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3657600"/>
            <a:ext cx="0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206240"/>
            <a:ext cx="411480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4754880"/>
            <a:ext cx="0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5303520"/>
            <a:ext cx="329184" cy="45720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5760720"/>
            <a:ext cx="0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6309360"/>
            <a:ext cx="201168" cy="548640"/>
          </a:xfrm>
          <a:prstGeom prst="line">
            <a:avLst/>
          </a:prstGeom>
          <a:noFill/>
          <a:ln w="25400">
            <a:solidFill>
              <a:srgbClr val="F0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0116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VULKAN-SFP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371600" y="2834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0A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Защищённая обработка каротажных данных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подлинности записи — от прибора до интерпретатора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943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itgeoprog.uz  ·  +998 90 700 30 38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Проблема: LAS-файл легко изменить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Каротажная запись — обычный текстовый файл. Открыть в Блокноте и переписать данные может кто угодно.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AAB5C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60320"/>
            <a:ext cx="566928" cy="566928"/>
          </a:xfrm>
          <a:prstGeom prst="ellipse">
            <a:avLst/>
          </a:prstGeom>
          <a:solidFill>
            <a:srgbClr val="C94A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4871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значений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8620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может подправить показания прибора прямо в файле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AAB5C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886200"/>
            <a:ext cx="566928" cy="566928"/>
          </a:xfrm>
          <a:prstGeom prst="ellipse">
            <a:avLst/>
          </a:prstGeom>
          <a:solidFill>
            <a:srgbClr val="C94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8130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Подмена файла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418795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реальной записи отправляется другой, «удобный» файл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AAB5C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212080"/>
            <a:ext cx="566928" cy="566928"/>
          </a:xfrm>
          <a:prstGeom prst="ellipse">
            <a:avLst/>
          </a:prstGeom>
          <a:solidFill>
            <a:srgbClr val="C9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212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51389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задним числом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55138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меняются после съёмки, а заказчик об этом не знает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закрытый канал данных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принимает запись напрямую от регистратора и сразу отправляет результат заказчику. Промежуточных правок не существует.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2283B"/>
          </a:solidFill>
          <a:ln w="25400">
            <a:solidFill>
              <a:srgbClr val="4A7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3352" y="299923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6" name="Text 4"/>
          <p:cNvSpPr/>
          <p:nvPr/>
        </p:nvSpPr>
        <p:spPr>
          <a:xfrm>
            <a:off x="167335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Регистратор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Прибор пишет LAS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3456432"/>
            <a:ext cx="237744" cy="310896"/>
          </a:xfrm>
          <a:prstGeom prst="rightArrow">
            <a:avLst/>
          </a:prstGeom>
          <a:solidFill>
            <a:srgbClr val="F0A830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2283B"/>
          </a:solidFill>
          <a:ln w="25400">
            <a:solidFill>
              <a:srgbClr val="F0A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999232"/>
            <a:ext cx="457200" cy="457200"/>
          </a:xfrm>
          <a:prstGeom prst="ellipse">
            <a:avLst/>
          </a:prstGeom>
          <a:solidFill>
            <a:srgbClr val="F0A830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Vulkan-SFP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обработка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3456432"/>
            <a:ext cx="237744" cy="310896"/>
          </a:xfrm>
          <a:prstGeom prst="rightArrow">
            <a:avLst/>
          </a:prstGeom>
          <a:solidFill>
            <a:srgbClr val="F0A83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2283B"/>
          </a:solidFill>
          <a:ln w="25400">
            <a:solidFill>
              <a:srgbClr val="4A7F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34072" y="299923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18" name="Text 16"/>
          <p:cNvSpPr/>
          <p:nvPr/>
        </p:nvSpPr>
        <p:spPr>
          <a:xfrm>
            <a:off x="743407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SFP + DAT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файлы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88552" y="3456432"/>
            <a:ext cx="237744" cy="310896"/>
          </a:xfrm>
          <a:prstGeom prst="rightArrow">
            <a:avLst/>
          </a:prstGeom>
          <a:solidFill>
            <a:srgbClr val="F0A830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1160" y="27432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2283B"/>
          </a:solidFill>
          <a:ln w="25400">
            <a:solidFill>
              <a:srgbClr val="5FA8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14432" y="2999232"/>
            <a:ext cx="457200" cy="457200"/>
          </a:xfrm>
          <a:prstGeom prst="ellipse">
            <a:avLst/>
          </a:prstGeom>
          <a:solidFill>
            <a:srgbClr val="5FA85F"/>
          </a:solidFill>
          <a:ln/>
        </p:spPr>
      </p:sp>
      <p:sp>
        <p:nvSpPr>
          <p:cNvPr id="24" name="Text 22"/>
          <p:cNvSpPr/>
          <p:nvPr/>
        </p:nvSpPr>
        <p:spPr>
          <a:xfrm>
            <a:off x="1031443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7260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72600" y="3950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Интерпретатор заказчика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A3550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52578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не может вмешаться в цепочку. Запись, которую увидит заказчик, — та же, что вышла из прибора.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 подлинности записи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проверяет каждый файл перед обработкой и отклоняет всё, что не пришло напрямую от прибора.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AAB5C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502920" cy="502920"/>
          </a:xfrm>
          <a:prstGeom prst="ellipse">
            <a:avLst/>
          </a:prstGeom>
          <a:solidFill>
            <a:srgbClr val="5FA85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Свежий файл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724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что записан прибором, никто не открывал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A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Обрабатывается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AAB5C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423160"/>
            <a:ext cx="502920" cy="502920"/>
          </a:xfrm>
          <a:prstGeom prst="ellipse">
            <a:avLst/>
          </a:prstGeom>
          <a:solidFill>
            <a:srgbClr val="C9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Кто-то открывал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724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просматривали до обработки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Отклоняется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AAB5C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389120"/>
            <a:ext cx="502920" cy="502920"/>
          </a:xfrm>
          <a:prstGeom prst="ellipse">
            <a:avLst/>
          </a:prstGeom>
          <a:solidFill>
            <a:srgbClr val="C94A4A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изменён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4690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правили после записи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5212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Отклоняется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06908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25400" dir="5400000" algn="bl" rotWithShape="0">
              <a:srgbClr val="AAB5C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389120"/>
            <a:ext cx="502920" cy="502920"/>
          </a:xfrm>
          <a:prstGeom prst="ellipse">
            <a:avLst/>
          </a:prstGeom>
          <a:solidFill>
            <a:srgbClr val="C94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23760" y="4343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другого ПК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23760" y="4690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Скопирован или перенесён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5212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Отклоняется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даёт заказчику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283B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F0A83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8562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Достоверность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63440" y="1874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соответствуют реальной съёмке скважины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283B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090672"/>
            <a:ext cx="502920" cy="502920"/>
          </a:xfrm>
          <a:prstGeom prst="ellipse">
            <a:avLst/>
          </a:prstGeom>
          <a:solidFill>
            <a:srgbClr val="F0A83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30266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0449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когда и где сделана запись — с координатами GPS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283B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261104"/>
            <a:ext cx="502920" cy="502920"/>
          </a:xfrm>
          <a:prstGeom prst="ellipse">
            <a:avLst/>
          </a:prstGeom>
          <a:solidFill>
            <a:srgbClr val="F0A83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61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1970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421538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на сервере сразу после съёмки, без задержек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20293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2283B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5431536"/>
            <a:ext cx="502920" cy="502920"/>
          </a:xfrm>
          <a:prstGeom prst="ellipse">
            <a:avLst/>
          </a:prstGeom>
          <a:solidFill>
            <a:srgbClr val="F0A83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431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5367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538581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скважина в своей папке, ничего не теряется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 с любым регистратором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привязана к конкретному прибору. Если аппаратура выдаёт LAS-файл — она его обработает.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Поддерживаемые данные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любых версий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Кириллица и латиница в заголовках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Произвольное число кривых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единицы измерения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Инклинометрия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19456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0A1826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468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Создаваемые файлы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92608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GOFILE — гамма-каротаж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KSFILE — кажущееся сопротивление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PSFILE — собственная поляризация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TKFILE, TMFILE, KVFILE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INKLD — инклинометрия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Возможности программы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2283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9339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Автообработка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077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следит за папкой и обрабатывает файлы сама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2283B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99339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GPS-координаты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9077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съёмки фиксируется автоматически с приёмника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2283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199339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на сервер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9077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уходят заказчику сразу после обработки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2283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409651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без связи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0109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обрыве интернета данные уйдут, когда связь появится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3840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2283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7720" y="409651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данных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50109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Excel-паспорт скважины с методами и координатами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429000" cy="1828800"/>
          </a:xfrm>
          <a:prstGeom prst="roundRect">
            <a:avLst>
              <a:gd name="adj" fmla="val 5000"/>
            </a:avLst>
          </a:prstGeom>
          <a:solidFill>
            <a:srgbClr val="12283B"/>
          </a:solidFill>
          <a:ln/>
        </p:spPr>
      </p:sp>
      <p:sp>
        <p:nvSpPr>
          <p:cNvPr id="29" name="Shape 27"/>
          <p:cNvSpPr/>
          <p:nvPr/>
        </p:nvSpPr>
        <p:spPr>
          <a:xfrm>
            <a:off x="8321040" y="4096512"/>
            <a:ext cx="457200" cy="457200"/>
          </a:xfrm>
          <a:prstGeom prst="ellipse">
            <a:avLst/>
          </a:prstGeom>
          <a:solidFill>
            <a:srgbClr val="4A7FA8"/>
          </a:solidFill>
          <a:ln/>
        </p:spPr>
      </p:sp>
      <p:sp>
        <p:nvSpPr>
          <p:cNvPr id="30" name="Text 28"/>
          <p:cNvSpPr/>
          <p:nvPr/>
        </p:nvSpPr>
        <p:spPr>
          <a:xfrm>
            <a:off x="83210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46634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Гибкие правила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21040" y="50109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соответствия кривых и форматов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A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выглядит в работе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A182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43000" y="2560320"/>
            <a:ext cx="0" cy="502920"/>
          </a:xfrm>
          <a:prstGeom prst="line">
            <a:avLst/>
          </a:prstGeom>
          <a:noFill/>
          <a:ln w="25400">
            <a:solidFill>
              <a:srgbClr val="4A7FA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783080" y="189280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Съёмка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2951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Прибор записывает каротаж, создаётся LAS-файл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640080" cy="640080"/>
          </a:xfrm>
          <a:prstGeom prst="ellipse">
            <a:avLst/>
          </a:prstGeom>
          <a:solidFill>
            <a:srgbClr val="0A182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43000" y="3749040"/>
            <a:ext cx="0" cy="502920"/>
          </a:xfrm>
          <a:prstGeom prst="line">
            <a:avLst/>
          </a:prstGeom>
          <a:noFill/>
          <a:ln w="25400">
            <a:solidFill>
              <a:srgbClr val="4A7FA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783080" y="30815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4838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видит новый файл и проверяет его подлинность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A182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43000" y="4937760"/>
            <a:ext cx="0" cy="502920"/>
          </a:xfrm>
          <a:prstGeom prst="line">
            <a:avLst/>
          </a:prstGeom>
          <a:noFill/>
          <a:ln w="25400">
            <a:solidFill>
              <a:srgbClr val="4A7FA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783080" y="427024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Конвертация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6725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Создаются SFP и DAT — форматы для интерпретации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440680"/>
            <a:ext cx="640080" cy="640080"/>
          </a:xfrm>
          <a:prstGeom prst="ellipse">
            <a:avLst/>
          </a:prstGeom>
          <a:solidFill>
            <a:srgbClr val="0A182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40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83080" y="54589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586130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уходят на сервер заказчика с координатами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Главное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12283B"/>
          </a:solidFill>
          <a:ln w="25400">
            <a:solidFill>
              <a:srgbClr val="F0A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Заказчик получает каротажную запись в том виде,</a:t>
            </a:r>
            <a:endParaRPr lang="en-US" sz="2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каком её сделал прибор.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3154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правок. Без подмены. Без посредников.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1A355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Прибор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956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51376" y="4791456"/>
            <a:ext cx="219456" cy="292608"/>
          </a:xfrm>
          <a:prstGeom prst="rightArrow">
            <a:avLst/>
          </a:prstGeom>
          <a:solidFill>
            <a:srgbClr val="F0A830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429768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1A355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26280" y="4956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и конвертация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54696" y="4791456"/>
            <a:ext cx="219456" cy="292608"/>
          </a:xfrm>
          <a:prstGeom prst="rightArrow">
            <a:avLst/>
          </a:prstGeom>
          <a:solidFill>
            <a:srgbClr val="F0A830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429768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1A355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526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229600" y="4956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подлинная запись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8540" y="0"/>
            <a:ext cx="0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9104" y="548640"/>
            <a:ext cx="137160" cy="45720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6264" y="1005840"/>
            <a:ext cx="0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7100" y="1554480"/>
            <a:ext cx="123444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10544" y="2103120"/>
            <a:ext cx="105156" cy="45720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15700" y="2560320"/>
            <a:ext cx="0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09960" y="3108960"/>
            <a:ext cx="128016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37976" y="3657600"/>
            <a:ext cx="0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64240" y="4206240"/>
            <a:ext cx="205740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69980" y="4754880"/>
            <a:ext cx="0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64824" y="5303520"/>
            <a:ext cx="164592" cy="45720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29416" y="5760720"/>
            <a:ext cx="0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0816" y="6309360"/>
            <a:ext cx="100584" cy="548640"/>
          </a:xfrm>
          <a:prstGeom prst="line">
            <a:avLst/>
          </a:prstGeom>
          <a:noFill/>
          <a:ln w="25400">
            <a:solidFill>
              <a:srgbClr val="4A7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103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VULKAN-SFP module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097280" y="2834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 для геофизики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97280" y="3657600"/>
            <a:ext cx="8686800" cy="1828800"/>
          </a:xfrm>
          <a:prstGeom prst="roundRect">
            <a:avLst>
              <a:gd name="adj" fmla="val 5000"/>
            </a:avLst>
          </a:prstGeom>
          <a:solidFill>
            <a:srgbClr val="12283B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3931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Ерназаров Жолдасбай Курбанбаевич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3159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· геофизик · инженер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7091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+998 90 700 30 38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1023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itgeoprog.uz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591</Words>
  <Application>Microsoft Office PowerPoint</Application>
  <PresentationFormat>Широкоэкранный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jjold</cp:lastModifiedBy>
  <cp:revision>1</cp:revision>
  <dcterms:created xsi:type="dcterms:W3CDTF">2026-07-24T09:52:43Z</dcterms:created>
  <dcterms:modified xsi:type="dcterms:W3CDTF">2026-07-24T09:58:00Z</dcterms:modified>
</cp:coreProperties>
</file>